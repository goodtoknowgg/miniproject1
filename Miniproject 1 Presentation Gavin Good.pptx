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86A50-276A-47EF-834A-1D0829C9E51B}" v="4" dt="2026-09-17T13:07:48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od, Gavin Riley" userId="3384e738-8540-4d73-a9f5-fa11d2679fd4" providerId="ADAL" clId="{4E42D713-9302-492F-A851-20F1D99D0ECC}"/>
    <pc:docChg chg="undo custSel modSld">
      <pc:chgData name="Good, Gavin Riley" userId="3384e738-8540-4d73-a9f5-fa11d2679fd4" providerId="ADAL" clId="{4E42D713-9302-492F-A851-20F1D99D0ECC}" dt="2026-09-17T13:08:35.794" v="79" actId="27636"/>
      <pc:docMkLst>
        <pc:docMk/>
      </pc:docMkLst>
      <pc:sldChg chg="delSp modSp mod">
        <pc:chgData name="Good, Gavin Riley" userId="3384e738-8540-4d73-a9f5-fa11d2679fd4" providerId="ADAL" clId="{4E42D713-9302-492F-A851-20F1D99D0ECC}" dt="2026-09-17T13:02:05.967" v="38" actId="27636"/>
        <pc:sldMkLst>
          <pc:docMk/>
          <pc:sldMk cId="0" sldId="257"/>
        </pc:sldMkLst>
        <pc:spChg chg="mod">
          <ac:chgData name="Good, Gavin Riley" userId="3384e738-8540-4d73-a9f5-fa11d2679fd4" providerId="ADAL" clId="{4E42D713-9302-492F-A851-20F1D99D0ECC}" dt="2026-09-17T13:00:22.330" v="3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0:31.642" v="4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0:31.642" v="4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0:31.642" v="4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0:31.642" v="4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0:31.642" v="4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2:05.967" v="38" actId="276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0:31.642" v="4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0:31.642" v="4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0:31.642" v="4" actId="1076"/>
          <ac:spMkLst>
            <pc:docMk/>
            <pc:sldMk cId="0" sldId="257"/>
            <ac:spMk id="13" creationId="{00000000-0000-0000-0000-000000000000}"/>
          </ac:spMkLst>
        </pc:spChg>
        <pc:spChg chg="del">
          <ac:chgData name="Good, Gavin Riley" userId="3384e738-8540-4d73-a9f5-fa11d2679fd4" providerId="ADAL" clId="{4E42D713-9302-492F-A851-20F1D99D0ECC}" dt="2026-09-17T12:59:58.954" v="0" actId="478"/>
          <ac:spMkLst>
            <pc:docMk/>
            <pc:sldMk cId="0" sldId="257"/>
            <ac:spMk id="14" creationId="{00000000-0000-0000-0000-000000000000}"/>
          </ac:spMkLst>
        </pc:spChg>
      </pc:sldChg>
      <pc:sldChg chg="addSp delSp modSp mod">
        <pc:chgData name="Good, Gavin Riley" userId="3384e738-8540-4d73-a9f5-fa11d2679fd4" providerId="ADAL" clId="{4E42D713-9302-492F-A851-20F1D99D0ECC}" dt="2026-09-17T13:05:09.273" v="59" actId="1076"/>
        <pc:sldMkLst>
          <pc:docMk/>
          <pc:sldMk cId="0" sldId="258"/>
        </pc:sldMkLst>
        <pc:spChg chg="mod">
          <ac:chgData name="Good, Gavin Riley" userId="3384e738-8540-4d73-a9f5-fa11d2679fd4" providerId="ADAL" clId="{4E42D713-9302-492F-A851-20F1D99D0ECC}" dt="2026-09-17T13:03:44.882" v="43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1:13.377" v="23" actId="276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49.381" v="44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49.381" v="44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49.381" v="44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49.381" v="44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49.381" v="44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50.225" v="46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50.225" v="46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50.225" v="46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50.225" v="46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50.225" v="46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49.814" v="45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49.814" v="45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49.814" v="45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49.814" v="45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3:49.814" v="45" actId="1076"/>
          <ac:spMkLst>
            <pc:docMk/>
            <pc:sldMk cId="0" sldId="258"/>
            <ac:spMk id="23" creationId="{00000000-0000-0000-0000-000000000000}"/>
          </ac:spMkLst>
        </pc:spChg>
        <pc:spChg chg="add">
          <ac:chgData name="Good, Gavin Riley" userId="3384e738-8540-4d73-a9f5-fa11d2679fd4" providerId="ADAL" clId="{4E42D713-9302-492F-A851-20F1D99D0ECC}" dt="2026-09-17T13:04:16.215" v="47" actId="11529"/>
          <ac:spMkLst>
            <pc:docMk/>
            <pc:sldMk cId="0" sldId="258"/>
            <ac:spMk id="24" creationId="{8F634649-DD3F-DEFE-A65E-D58A56BF119E}"/>
          </ac:spMkLst>
        </pc:spChg>
        <pc:spChg chg="add del">
          <ac:chgData name="Good, Gavin Riley" userId="3384e738-8540-4d73-a9f5-fa11d2679fd4" providerId="ADAL" clId="{4E42D713-9302-492F-A851-20F1D99D0ECC}" dt="2026-09-17T13:04:25.576" v="49" actId="478"/>
          <ac:spMkLst>
            <pc:docMk/>
            <pc:sldMk cId="0" sldId="258"/>
            <ac:spMk id="26" creationId="{E7041B66-1404-0BC1-399C-EEA942D82896}"/>
          </ac:spMkLst>
        </pc:spChg>
        <pc:spChg chg="add mod">
          <ac:chgData name="Good, Gavin Riley" userId="3384e738-8540-4d73-a9f5-fa11d2679fd4" providerId="ADAL" clId="{4E42D713-9302-492F-A851-20F1D99D0ECC}" dt="2026-09-17T13:05:00.427" v="57" actId="1076"/>
          <ac:spMkLst>
            <pc:docMk/>
            <pc:sldMk cId="0" sldId="258"/>
            <ac:spMk id="27" creationId="{F0B74F4F-24D6-7CCD-8B5D-048C06FFB526}"/>
          </ac:spMkLst>
        </pc:spChg>
        <pc:spChg chg="add mod">
          <ac:chgData name="Good, Gavin Riley" userId="3384e738-8540-4d73-a9f5-fa11d2679fd4" providerId="ADAL" clId="{4E42D713-9302-492F-A851-20F1D99D0ECC}" dt="2026-09-17T13:05:09.273" v="59" actId="1076"/>
          <ac:spMkLst>
            <pc:docMk/>
            <pc:sldMk cId="0" sldId="258"/>
            <ac:spMk id="29" creationId="{09E9A971-ABFE-ABC4-70BC-F7ADC879B2C2}"/>
          </ac:spMkLst>
        </pc:spChg>
      </pc:sldChg>
      <pc:sldChg chg="modSp mod">
        <pc:chgData name="Good, Gavin Riley" userId="3384e738-8540-4d73-a9f5-fa11d2679fd4" providerId="ADAL" clId="{4E42D713-9302-492F-A851-20F1D99D0ECC}" dt="2026-09-17T13:07:15.624" v="63" actId="1076"/>
        <pc:sldMkLst>
          <pc:docMk/>
          <pc:sldMk cId="0" sldId="259"/>
        </pc:sldMkLst>
        <pc:spChg chg="mod">
          <ac:chgData name="Good, Gavin Riley" userId="3384e738-8540-4d73-a9f5-fa11d2679fd4" providerId="ADAL" clId="{4E42D713-9302-492F-A851-20F1D99D0ECC}" dt="2026-09-17T13:06:16.073" v="61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7:15.624" v="63" actId="1076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Good, Gavin Riley" userId="3384e738-8540-4d73-a9f5-fa11d2679fd4" providerId="ADAL" clId="{4E42D713-9302-492F-A851-20F1D99D0ECC}" dt="2026-09-17T13:01:13.385" v="24" actId="27636"/>
        <pc:sldMkLst>
          <pc:docMk/>
          <pc:sldMk cId="0" sldId="260"/>
        </pc:sldMkLst>
        <pc:spChg chg="mod">
          <ac:chgData name="Good, Gavin Riley" userId="3384e738-8540-4d73-a9f5-fa11d2679fd4" providerId="ADAL" clId="{4E42D713-9302-492F-A851-20F1D99D0ECC}" dt="2026-09-17T13:01:13.385" v="24" actId="27636"/>
          <ac:spMkLst>
            <pc:docMk/>
            <pc:sldMk cId="0" sldId="260"/>
            <ac:spMk id="8" creationId="{00000000-0000-0000-0000-000000000000}"/>
          </ac:spMkLst>
        </pc:spChg>
      </pc:sldChg>
      <pc:sldChg chg="addSp delSp modSp mod">
        <pc:chgData name="Good, Gavin Riley" userId="3384e738-8540-4d73-a9f5-fa11d2679fd4" providerId="ADAL" clId="{4E42D713-9302-492F-A851-20F1D99D0ECC}" dt="2026-09-17T13:08:35.794" v="79" actId="27636"/>
        <pc:sldMkLst>
          <pc:docMk/>
          <pc:sldMk cId="0" sldId="261"/>
        </pc:sldMkLst>
        <pc:spChg chg="del mod">
          <ac:chgData name="Good, Gavin Riley" userId="3384e738-8540-4d73-a9f5-fa11d2679fd4" providerId="ADAL" clId="{4E42D713-9302-492F-A851-20F1D99D0ECC}" dt="2026-09-17T13:07:58.075" v="67" actId="478"/>
          <ac:spMkLst>
            <pc:docMk/>
            <pc:sldMk cId="0" sldId="261"/>
            <ac:spMk id="7" creationId="{00000000-0000-0000-0000-000000000000}"/>
          </ac:spMkLst>
        </pc:spChg>
        <pc:spChg chg="mod">
          <ac:chgData name="Good, Gavin Riley" userId="3384e738-8540-4d73-a9f5-fa11d2679fd4" providerId="ADAL" clId="{4E42D713-9302-492F-A851-20F1D99D0ECC}" dt="2026-09-17T13:08:35.794" v="79" actId="27636"/>
          <ac:spMkLst>
            <pc:docMk/>
            <pc:sldMk cId="0" sldId="261"/>
            <ac:spMk id="8" creationId="{00000000-0000-0000-0000-000000000000}"/>
          </ac:spMkLst>
        </pc:spChg>
        <pc:spChg chg="add mod ord">
          <ac:chgData name="Good, Gavin Riley" userId="3384e738-8540-4d73-a9f5-fa11d2679fd4" providerId="ADAL" clId="{4E42D713-9302-492F-A851-20F1D99D0ECC}" dt="2026-09-17T13:08:09.541" v="71" actId="171"/>
          <ac:spMkLst>
            <pc:docMk/>
            <pc:sldMk cId="0" sldId="261"/>
            <ac:spMk id="10" creationId="{DDF25429-7140-886E-8D6B-E34F115C4D17}"/>
          </ac:spMkLst>
        </pc:spChg>
      </pc:sldChg>
      <pc:sldChg chg="modSp mod">
        <pc:chgData name="Good, Gavin Riley" userId="3384e738-8540-4d73-a9f5-fa11d2679fd4" providerId="ADAL" clId="{4E42D713-9302-492F-A851-20F1D99D0ECC}" dt="2026-09-17T13:01:13.392" v="26" actId="27636"/>
        <pc:sldMkLst>
          <pc:docMk/>
          <pc:sldMk cId="0" sldId="262"/>
        </pc:sldMkLst>
        <pc:spChg chg="mod">
          <ac:chgData name="Good, Gavin Riley" userId="3384e738-8540-4d73-a9f5-fa11d2679fd4" providerId="ADAL" clId="{4E42D713-9302-492F-A851-20F1D99D0ECC}" dt="2026-09-17T13:01:13.392" v="26" actId="27636"/>
          <ac:spMkLst>
            <pc:docMk/>
            <pc:sldMk cId="0" sldId="262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35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CD7F0"/>
                </a:solidFill>
              </a:rPr>
              <a:t>MiniProject1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Word Frequency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Comparison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8F1FA"/>
                </a:solidFill>
              </a:rPr>
              <a:t>Looking at repeated word patterns within one author and across different authors.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7F5"/>
                </a:solidFill>
              </a:rPr>
              <a:t>Gavin Good</a:t>
            </a:r>
            <a:endParaRPr lang="en-US" sz="1250" dirty="0"/>
          </a:p>
        </p:txBody>
      </p:sp>
      <p:pic>
        <p:nvPicPr>
          <p:cNvPr id="8" name="Image 0" descr="/mnt/data/96771a8a-551e-4592-9577-edf3b361cb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218" y="685800"/>
            <a:ext cx="6172085" cy="2240280"/>
          </a:xfrm>
          <a:prstGeom prst="rect">
            <a:avLst/>
          </a:prstGeom>
        </p:spPr>
      </p:pic>
      <p:pic>
        <p:nvPicPr>
          <p:cNvPr id="9" name="Image 1" descr="/mnt/data/97de49a0-3b8f-4969-8b65-132840b93c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999" y="3429000"/>
            <a:ext cx="5402521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RESEARCH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is the question?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12520" y="216264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E2A3A"/>
                </a:solidFill>
              </a:rPr>
              <a:t>Can simple word-frequency charts show meaningful differences in style, topic, and narration?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94360" y="3118019"/>
            <a:ext cx="3291840" cy="205740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3282611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E7D61"/>
                </a:solidFill>
              </a:rPr>
              <a:t>Same-author comparison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648371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The Murder of Roger Ackroyd and The Man in the Brown Suit test whether Agatha Christie repeats similar high-frequency patterns across novels.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51960" y="3118019"/>
            <a:ext cx="3291840" cy="205740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34840" y="3282611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6E3C"/>
                </a:solidFill>
              </a:rPr>
              <a:t>Different-author comparison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34840" y="3648371"/>
            <a:ext cx="29260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The Return of Sherlock Holmes by  Arthur Conan Doyle and The House on the Borderland by William Hope Hodgson</a:t>
            </a:r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 test whether word counts shift more when author, genre, and narration style change.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9560" y="3118019"/>
            <a:ext cx="3291840" cy="205740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92440" y="3282611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</a:rPr>
              <a:t>Main expectation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092440" y="3648371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Names and dialogue words should reveal point of view and plot focus, while descriptive words should hint at genre and setting.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METHOD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was the approach?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4800600" cy="123444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024128" y="1819656"/>
            <a:ext cx="530352" cy="5303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95681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55648" y="1719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Choose texts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755648" y="2121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Four public-domain texts: one same-author pair and one different-author pair.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4800600" cy="123444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73368" y="1819656"/>
            <a:ext cx="530352" cy="5303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73368" y="195681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04888" y="1719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Clean text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104888" y="2121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Remove HTML, boilerplate, punctuation, numbers, and common stop words.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4800600" cy="123444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24128" y="3648456"/>
            <a:ext cx="530352" cy="5303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4128" y="378561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55648" y="3547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Count words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755648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Use a frequency counter to find the most repeated non-stopwords.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4800600" cy="123444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73368" y="3648456"/>
            <a:ext cx="530352" cy="5303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3368" y="378561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04888" y="3547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E2A3A"/>
                </a:solidFill>
              </a:rPr>
              <a:t>Plot charts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104888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Show the top words in side-by-side horizontal bar charts.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353312" y="5733288"/>
            <a:ext cx="9372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sz="138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F634649-DD3F-DEFE-A65E-D58A56BF119E}"/>
              </a:ext>
            </a:extLst>
          </p:cNvPr>
          <p:cNvSpPr/>
          <p:nvPr/>
        </p:nvSpPr>
        <p:spPr>
          <a:xfrm>
            <a:off x="5719313" y="2084832"/>
            <a:ext cx="376687" cy="1645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F0B74F4F-24D6-7CCD-8B5D-048C06FFB526}"/>
              </a:ext>
            </a:extLst>
          </p:cNvPr>
          <p:cNvSpPr/>
          <p:nvPr/>
        </p:nvSpPr>
        <p:spPr>
          <a:xfrm rot="8094745">
            <a:off x="5639149" y="2985302"/>
            <a:ext cx="555956" cy="1660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09E9A971-ABFE-ABC4-70BC-F7ADC879B2C2}"/>
              </a:ext>
            </a:extLst>
          </p:cNvPr>
          <p:cNvSpPr/>
          <p:nvPr/>
        </p:nvSpPr>
        <p:spPr>
          <a:xfrm>
            <a:off x="5728783" y="3867912"/>
            <a:ext cx="376687" cy="1645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problems did I encounter?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984248"/>
            <a:ext cx="557784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word lists included punctuation, curly quotation marks, and blank tokens as if they were real words.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Regex strings created warning messages that made the notebook output messy.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chart settings caused tick-label issues or made the output harder to read.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64702" y="1613313"/>
            <a:ext cx="3983678" cy="24505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95160" y="1984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Fixes made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0" y="2246318"/>
            <a:ext cx="37490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EAF2FA"/>
                </a:solidFill>
              </a:rPr>
              <a:t>Cleaned tokenizer</a:t>
            </a:r>
            <a:endParaRPr lang="en-US" sz="16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EAF2FA"/>
                </a:solidFill>
              </a:rPr>
              <a:t>Normalized apostrophes</a:t>
            </a:r>
            <a:endParaRPr lang="en-US" sz="16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EAF2FA"/>
                </a:solidFill>
              </a:rPr>
              <a:t>Removed stop words after cleaning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RESULTS: SAME AUTHOR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results did I get?</a:t>
            </a:r>
            <a:endParaRPr lang="en-US" sz="2700" dirty="0"/>
          </a:p>
        </p:txBody>
      </p:sp>
      <p:pic>
        <p:nvPicPr>
          <p:cNvPr id="4" name="Image 0" descr="/mnt/data/96771a8a-551e-4592-9577-edf3b361cb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21342"/>
            <a:ext cx="7315200" cy="26551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A3A"/>
                </a:solidFill>
              </a:rPr>
              <a:t>Agatha Christie comparison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046720" y="1938528"/>
            <a:ext cx="34290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novels are dialogue-heavy, with “said” as the strongest repeated word.</a:t>
            </a:r>
            <a:endParaRPr lang="en-US" sz="1520" dirty="0"/>
          </a:p>
          <a:p>
            <a:r>
              <a:rPr lang="en-US" sz="15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names dominate the top words, which fits mystery fiction built around people, clues, and conversations.</a:t>
            </a:r>
            <a:endParaRPr lang="en-US" sz="1520" dirty="0"/>
          </a:p>
          <a:p>
            <a:r>
              <a:rPr lang="en-US" sz="15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different name patterns show that each book centers a different cast and narrator focus.</a:t>
            </a:r>
            <a:endParaRPr lang="en-US" sz="1520" dirty="0"/>
          </a:p>
        </p:txBody>
      </p:sp>
      <p:sp>
        <p:nvSpPr>
          <p:cNvPr id="7" name="Shape 4"/>
          <p:cNvSpPr/>
          <p:nvPr/>
        </p:nvSpPr>
        <p:spPr>
          <a:xfrm>
            <a:off x="1280160" y="5257800"/>
            <a:ext cx="9646920" cy="530352"/>
          </a:xfrm>
          <a:prstGeom prst="rect">
            <a:avLst/>
          </a:prstGeom>
          <a:solidFill>
            <a:srgbClr val="EEF4FA"/>
          </a:solidFill>
          <a:ln w="12700">
            <a:solidFill>
              <a:srgbClr val="DDE8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54480" y="5449824"/>
            <a:ext cx="9098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A3A"/>
                </a:solidFill>
              </a:rPr>
              <a:t>Takeaway: same author does not mean identical vocabulary, but the shared mystery/dialogue structure still shows up clearly.</a:t>
            </a:r>
            <a:endParaRPr lang="en-US" sz="14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RESULTS: DIFFERENT AUTHORS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changed across different authors?</a:t>
            </a:r>
            <a:endParaRPr lang="en-US" sz="2700" dirty="0"/>
          </a:p>
        </p:txBody>
      </p:sp>
      <p:pic>
        <p:nvPicPr>
          <p:cNvPr id="4" name="Image 0" descr="/mnt/data/97de49a0-3b8f-4969-8b65-132840b93c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0326"/>
            <a:ext cx="7315200" cy="35286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92440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A3A"/>
                </a:solidFill>
              </a:rPr>
              <a:t>Doyle vs. Hodgson</a:t>
            </a:r>
            <a:endParaRPr lang="en-US" sz="21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DF25429-7140-886E-8D6B-E34F115C4D17}"/>
              </a:ext>
            </a:extLst>
          </p:cNvPr>
          <p:cNvSpPr/>
          <p:nvPr/>
        </p:nvSpPr>
        <p:spPr>
          <a:xfrm>
            <a:off x="1272540" y="5477256"/>
            <a:ext cx="9646920" cy="530352"/>
          </a:xfrm>
          <a:prstGeom prst="rect">
            <a:avLst/>
          </a:prstGeom>
          <a:solidFill>
            <a:srgbClr val="EEF4FA"/>
          </a:solidFill>
          <a:ln w="12700">
            <a:solidFill>
              <a:srgbClr val="DDE8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92440" y="1901952"/>
            <a:ext cx="3401568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Sherlock Holmes text is shaped by recurring names: “holmes,” “watson,” and “sir.”</a:t>
            </a:r>
            <a:endParaRPr lang="en-US" sz="1480" dirty="0"/>
          </a:p>
          <a:p>
            <a:r>
              <a:rPr lang="en-US" sz="14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House on the Borderland has more atmosphere-based words like “time,” “seemed,” “sun,” “night,” and “light.”</a:t>
            </a:r>
            <a:endParaRPr lang="en-US" sz="1480" dirty="0"/>
          </a:p>
          <a:p>
            <a:r>
              <a:rPr lang="en-US" sz="14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Genre seems to matter: detective fiction points to characters, while weird fiction points to setting and perception.</a:t>
            </a:r>
            <a:endParaRPr lang="en-US" sz="1480" dirty="0"/>
          </a:p>
        </p:txBody>
      </p:sp>
      <p:sp>
        <p:nvSpPr>
          <p:cNvPr id="8" name="Text 5"/>
          <p:cNvSpPr/>
          <p:nvPr/>
        </p:nvSpPr>
        <p:spPr>
          <a:xfrm>
            <a:off x="1417320" y="5596128"/>
            <a:ext cx="9372600" cy="2692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/>
              <a:t>Takeaway: the different-author pair produced a stronger style/genre split than the Christie-only pair.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</a:rPr>
              <a:t>What new ideas did this generate?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337560" cy="201168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58191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</a:rPr>
              <a:t>Better comparison metric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4767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Use proportions or ratios instead of raw counts so longer texts do not overpower shorter ones.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337560" cy="201168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7720" y="158191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E7D61"/>
                </a:solidFill>
              </a:rPr>
              <a:t>Look beyond top words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194767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Compare unique vocabulary, sentence length, character-name frequency, or chapter-by-chapter changes.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337560" cy="2011680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75320" y="158191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6E3C"/>
                </a:solidFill>
              </a:rPr>
              <a:t>Improve interpretation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194767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Pair the charts with close reading to explain why specific words appear so often.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9728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3A"/>
                </a:solidFill>
              </a:rPr>
              <a:t>Final claim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97280" y="45720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</a:rPr>
              <a:t>Word-frequency charts are a useful first pass: they quickly show what each text repeatedly talks about, but the best analysis comes from connecting the numbers back to plot, genre, and narration.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551</Words>
  <Application>Microsoft Office PowerPoint</Application>
  <PresentationFormat>Widescreen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Tennessee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MiniProject1 Word Frequency Comparison</dc:title>
  <dc:subject>MiniProject1 word frequency presentation</dc:subject>
  <dc:creator>Ava Oldham</dc:creator>
  <cp:lastModifiedBy>Good, Gavin Riley</cp:lastModifiedBy>
  <cp:revision>2</cp:revision>
  <dcterms:created xsi:type="dcterms:W3CDTF">2026-09-11T03:24:40Z</dcterms:created>
  <dcterms:modified xsi:type="dcterms:W3CDTF">2026-09-17T13:08:43Z</dcterms:modified>
</cp:coreProperties>
</file>